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6.xml"/>
</Relationships>
</file>

<file path=ppt/notesSlides/_rels/notesSlide1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7.xml"/>
</Relationships>
</file>

<file path=ppt/notesSlides/_rels/notesSlide1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8.xml"/>
</Relationships>
</file>

<file path=ppt/notesSlides/_rels/notesSlide1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9.xml"/>
</Relationships>
</file>

<file path=ppt/notesSlides/_rels/notesSlide2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0.xml"/>
</Relationships>
</file>

<file path=ppt/notesSlides/_rels/notesSlide2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1.xml"/>
</Relationships>
</file>

<file path=ppt/notesSlides/_rels/notesSlide2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2.xml"/>
</Relationships>
</file>

<file path=ppt/notesSlides/_rels/notesSlide2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3.xml"/>
</Relationships>
</file>

<file path=ppt/notesSlides/_rels/notesSlide2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4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报告主线是 Lumina、HIDA 和 PyTorchSim。我们从搜索闭环讲到固定算法下的联合实验。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固定算法语义 A，搜索实现映射 I 和硬件 H。难点是组合多且评估慢。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Lumina 用 QualE、QuanE、SE、EE、TM 把模拟反馈变成搜索依据。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QualE 从模拟器代码提取影响关系，迁移后要继续追踪 MLIR、TOG 和指标。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QuanE 用小幅微扰估计局部方向和资源代价。局部斜率不能外推整个空间。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SE 定位瓶颈，EE 执行模拟，TM 记录轨迹。迁移后还要检查合法性和正确性。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Lumina 外层重点搜索硬件，但 mapper 也可能随硬件调整映射。我们的增量是显式暴露 I。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SkyNet、EDD、Medusa、SnapKV 分别代表结构搜索、连续松弛、解码组织和 KV 压缩。HIDA 最贴近固定算法的实现问题。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HIDA 从 PyTorch 或 C++ 进入 MLIR，依次处理 Functional、Structural dataflow，最后生成 HLS C++ 和 RTL。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Functional 层表示任务层级，Structural 层表示存储、接口和调度细节。lowering 把上层选择变成约束。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HIDA 按模式融合任务并检查关键路径。PyTorchSim 还要检查 TOG 的搬运和同步。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HIDA 先保证多生产者等并发合法，再平衡路径。buffer 复制、soft FIFO 和 token flow 支持弹性流水。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IA 看计算强度，CA 看共享 buffer 连接和布局。并行因子受总预算与整除约束。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论文 Algorithm 4 是局部 DSE 描述，公开仓库用多个 MLIR pass 实现 pipeline。二者不能逐行等同。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PyTorchSim 主链是 PyTorch、MLIR、TOG 和 TOGSim。Gem5、Spike、TOGSim 分工不同。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torch_openreg 注册 npu 并接入 TorchInductor。fusion、tile、vector lane 和 scratchpad 是关键入口。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MLIRCodeCache 生成验证二进制、周期样本和 TOG，缓存避免重复编译。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TOG 节点表达 MOVIN、COMP、MOVOUT 和 BAR，并携带循环、地址和 cycle 属性。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TOGSim 每周期推进 Scheduler、Core、DMA、NoC 和 DRAM，输出 cycles、利用率、流量和 stall。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YAML 字段分别影响编译和系统模拟。每个候选都要保存配置、TOG、属性和结果。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短片段适合预筛，完整 workload 才能确认跨 kernel 影响。microbenchmark 不能直接当最终答案。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HIDA 提供表示和约束，Lumina 提供搜索顺序，PyTorchSim 提供执行证据。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拟议闭环先固定 A，生成合法 I，再搜索 H 加 I。首个问题是相同预算下是否更有效。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第一阶段选 GEMM、attention、conv，暴露最小映射旋钮。随后比较 H-only 与 I 加 H，并解释每个结果。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  <Relationship Id="rId3" Type="http://schemas.openxmlformats.org/officeDocument/2006/relationships/image" Target="../media/image1.svg"/>
  <Relationship Id="rId4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.png"/>
  <Relationship Id="rId3" Type="http://schemas.openxmlformats.org/officeDocument/2006/relationships/image" Target="../media/image2.svg"/>
  <Relationship Id="rId4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3.png"/>
  <Relationship Id="rId3" Type="http://schemas.openxmlformats.org/officeDocument/2006/relationships/image" Target="../media/image3.svg"/>
  <Relationship Id="rId4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4.png"/>
  <Relationship Id="rId3" Type="http://schemas.openxmlformats.org/officeDocument/2006/relationships/image" Target="../media/image4.svg"/>
  <Relationship Id="rId4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5.png"/>
  <Relationship Id="rId3" Type="http://schemas.openxmlformats.org/officeDocument/2006/relationships/image" Target="../media/image5.svg"/>
  <Relationship Id="rId4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6.png"/>
  <Relationship Id="rId3" Type="http://schemas.openxmlformats.org/officeDocument/2006/relationships/image" Target="../media/image6.svg"/>
  <Relationship Id="rId4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7.png"/>
  <Relationship Id="rId3" Type="http://schemas.openxmlformats.org/officeDocument/2006/relationships/image" Target="../media/image7.svg"/>
  <Relationship Id="rId4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8.png"/>
  <Relationship Id="rId3" Type="http://schemas.openxmlformats.org/officeDocument/2006/relationships/image" Target="../media/image8.svg"/>
  <Relationship Id="rId4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9.png"/>
  <Relationship Id="rId3" Type="http://schemas.openxmlformats.org/officeDocument/2006/relationships/image" Target="../media/image9.svg"/>
  <Relationship Id="rId4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0.png"/>
  <Relationship Id="rId3" Type="http://schemas.openxmlformats.org/officeDocument/2006/relationships/image" Target="../media/image10.svg"/>
  <Relationship Id="rId4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1.png"/>
  <Relationship Id="rId3" Type="http://schemas.openxmlformats.org/officeDocument/2006/relationships/image" Target="../media/image11.svg"/>
  <Relationship Id="rId4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2.png"/>
  <Relationship Id="rId3" Type="http://schemas.openxmlformats.org/officeDocument/2006/relationships/image" Target="../media/image12.svg"/>
  <Relationship Id="rId4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3.png"/>
  <Relationship Id="rId3" Type="http://schemas.openxmlformats.org/officeDocument/2006/relationships/image" Target="../media/image13.svg"/>
  <Relationship Id="rId4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4.png"/>
  <Relationship Id="rId3" Type="http://schemas.openxmlformats.org/officeDocument/2006/relationships/image" Target="../media/image14.svg"/>
  <Relationship Id="rId4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5.png"/>
  <Relationship Id="rId3" Type="http://schemas.openxmlformats.org/officeDocument/2006/relationships/image" Target="../media/image15.svg"/>
  <Relationship Id="rId4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6.png"/>
  <Relationship Id="rId3" Type="http://schemas.openxmlformats.org/officeDocument/2006/relationships/image" Target="../media/image16.svg"/>
  <Relationship Id="rId4" Type="http://schemas.openxmlformats.org/officeDocument/2006/relationships/notesSlide" Target="../notesSlides/notesSlide16.xml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7.png"/>
  <Relationship Id="rId3" Type="http://schemas.openxmlformats.org/officeDocument/2006/relationships/image" Target="../media/image17.svg"/>
  <Relationship Id="rId4" Type="http://schemas.openxmlformats.org/officeDocument/2006/relationships/notesSlide" Target="../notesSlides/notesSlide17.xml"/>
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8.png"/>
  <Relationship Id="rId3" Type="http://schemas.openxmlformats.org/officeDocument/2006/relationships/image" Target="../media/image18.svg"/>
  <Relationship Id="rId4" Type="http://schemas.openxmlformats.org/officeDocument/2006/relationships/notesSlide" Target="../notesSlides/notesSlide18.xml"/>
</Relationships>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9.png"/>
  <Relationship Id="rId3" Type="http://schemas.openxmlformats.org/officeDocument/2006/relationships/image" Target="../media/image19.svg"/>
  <Relationship Id="rId4" Type="http://schemas.openxmlformats.org/officeDocument/2006/relationships/notesSlide" Target="../notesSlides/notesSlide19.xml"/>
</Relationships>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0.png"/>
  <Relationship Id="rId3" Type="http://schemas.openxmlformats.org/officeDocument/2006/relationships/image" Target="../media/image20.svg"/>
  <Relationship Id="rId4" Type="http://schemas.openxmlformats.org/officeDocument/2006/relationships/notesSlide" Target="../notesSlides/notesSlide20.xml"/>
</Relationships>
</file>

<file path=ppt/slides/_rels/slide2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1.png"/>
  <Relationship Id="rId3" Type="http://schemas.openxmlformats.org/officeDocument/2006/relationships/image" Target="../media/image21.svg"/>
  <Relationship Id="rId4" Type="http://schemas.openxmlformats.org/officeDocument/2006/relationships/notesSlide" Target="../notesSlides/notesSlide21.xml"/>
</Relationships>
</file>

<file path=ppt/slides/_rels/slide2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2.png"/>
  <Relationship Id="rId3" Type="http://schemas.openxmlformats.org/officeDocument/2006/relationships/image" Target="../media/image22.svg"/>
  <Relationship Id="rId4" Type="http://schemas.openxmlformats.org/officeDocument/2006/relationships/notesSlide" Target="../notesSlides/notesSlide22.xml"/>
</Relationships>
</file>

<file path=ppt/slides/_rels/slide2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3.png"/>
  <Relationship Id="rId3" Type="http://schemas.openxmlformats.org/officeDocument/2006/relationships/image" Target="../media/image23.svg"/>
  <Relationship Id="rId4" Type="http://schemas.openxmlformats.org/officeDocument/2006/relationships/notesSlide" Target="../notesSlides/notesSlide23.xml"/>
</Relationships>
</file>

<file path=ppt/slides/_rels/slide2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4.png"/>
  <Relationship Id="rId3" Type="http://schemas.openxmlformats.org/officeDocument/2006/relationships/image" Target="../media/image24.svg"/>
  <Relationship Id="rId4" Type="http://schemas.openxmlformats.org/officeDocument/2006/relationships/notesSlide" Target="../notesSlides/notesSlide24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6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7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0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5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6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7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0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